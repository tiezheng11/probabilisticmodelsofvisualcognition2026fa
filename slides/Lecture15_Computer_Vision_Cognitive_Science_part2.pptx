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Computer Vision and Cognitive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Science, Part 2: Deep Networks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and Bayes Decision Theory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Features and deep networks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Filters, the ventral stream, CNNs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Transformers, foundation models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Attention, scale, vision and language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Generative models, conjectures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GANs, diffusion; Bayes and 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Recap: Bayes decision theory and two ways to use data</a:t>
            </a:r>
          </a:p>
        </p:txBody>
      </p:sp>
      <p:sp>
        <p:nvSpPr>
          <p:cNvPr id="5" name="panel 5"/>
          <p:cNvSpPr/>
          <p:nvPr/>
        </p:nvSpPr>
        <p:spPr>
          <a:xfrm>
            <a:off x="640080" y="1225296"/>
            <a:ext cx="10911535" cy="107609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e_risk.png" descr="e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905" y="1389888"/>
            <a:ext cx="9039885" cy="746911"/>
          </a:xfrm>
          <a:prstGeom prst="rect">
            <a:avLst/>
          </a:prstGeom>
        </p:spPr>
      </p:pic>
      <p:pic>
        <p:nvPicPr>
          <p:cNvPr id="7" name="f_routes.png" descr="f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411119"/>
            <a:ext cx="10907095" cy="1752144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327855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I: the image; W: the world state; L(W, α(I)): the loss; (I_i, W_i): n annotated examples.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BDT chooses the rule α(I) with the least risk R(α); the direct route minimizes the empirical risk instead.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best rule depends only on the posterior P(W | I), so arguably P(I | W) and P(W) need not be learnt.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limited data, P(I | W) and P(W) may be easier to model; they transfer (Konishi et al. 2003).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Konishi, A. L. Yuille, J. M. Coughlan and S. C. Zhu, “Statistical edge detection: learning and evaluating edge cues,” IEEE TPAMI, 25(1):57–74, 2003.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Features and deep networks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Hand-designed filters, then hierarchies inspired by the ventral stream;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network is a class of decision rules; its weights minimize the empirical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Features and deep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Features give a straightforward way to process images</a:t>
            </a:r>
          </a:p>
        </p:txBody>
      </p:sp>
      <p:pic>
        <p:nvPicPr>
          <p:cNvPr id="6" name="f_features.png" descr="f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39277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82659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Edge detection: x and y derivative filters give the gradient; threshold its magnitude at 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filterbank of Gabor filters can classify textures, or describe each part of an image locally.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Local descriptions address the correspondence problem of binocular stereo and motion.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These filters are designed by hand; deep networks learn their filters from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Features and deep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ventral stream inspired hierarchical models of cortex</a:t>
            </a:r>
          </a:p>
        </p:txBody>
      </p:sp>
      <p:pic>
        <p:nvPicPr>
          <p:cNvPr id="6" name="f_ventral.png" descr="f_v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239459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29347"/>
            <a:ext cx="1124712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ventral stream, low-level filters (in V1, the primary visual cortex) are similar to Gabor filters.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Neurons higher up (to IT, the inferotemporal cortex) are more specific to patterns, less tuned to position.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inspired models of cortex: the neocognitron, then a more realistic one (Riesenhuber and Poggio).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Multi-layer perceptrons, with learnt weights, were modified into convolutional neural networks (CNNs).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K. Fukushima, “Neocognitron: a self-organizing neural network model for a mechanism of pattern recognition unaffected by shift in position,”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Biological Cybernetics, 36(4):193–202, 1980.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Riesenhuber and T. Poggio, “Hierarchical models of object recognition in cortex,” Nature Neuroscience, 2(11):1019–1025, 1999.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LeCun, B. Boser, J. S. Denker, D. Henderson, R. E. Howard, W. Hubbard and L. D. Jackel,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“Backpropagation applied to handwritten zip code recognition,” Neural Computation, 1(4):541–551, 1989.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Features and deep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neural network specifies a class of decision rules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4729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net.png" descr="e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594" y="1389888"/>
            <a:ext cx="9560507" cy="718115"/>
          </a:xfrm>
          <a:prstGeom prst="rect">
            <a:avLst/>
          </a:prstGeom>
        </p:spPr>
      </p:pic>
      <p:pic>
        <p:nvPicPr>
          <p:cNvPr id="8" name="f_netrule.png" descr="f_net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382323"/>
            <a:ext cx="10907095" cy="182880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75715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weights ω parameterize the decision rule α(I; ω); learning chooses ω from n annotated examples.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a network that outputs P(W | I; ω), the loss −log P(W | I; ω) makes the empirical risk differentiable.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Stochastic gradient descent (SGD): a step of size η down the gradient for one random example i.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Backpropagation passes the gradient back through the hidden layers H_1, H_2: it exploits the hierarchy.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Features and deep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CNNs succeeded with large annotated datasets and GPUs</a:t>
            </a:r>
          </a:p>
        </p:txBody>
      </p:sp>
      <p:pic>
        <p:nvPicPr>
          <p:cNvPr id="6" name="f_ilsvrc.png" descr="f_ilsv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2" y="1225296"/>
            <a:ext cx="7269480" cy="2240280"/>
          </a:xfrm>
          <a:prstGeom prst="rect">
            <a:avLst/>
          </a:prstGeom>
        </p:spPr>
      </p:pic>
      <p:pic>
        <p:nvPicPr>
          <p:cNvPr id="7" name="r_resblock.png" descr="r_res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964" y="1225296"/>
            <a:ext cx="3383280" cy="2240280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3630168"/>
            <a:ext cx="11247120" cy="2340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Computer vision researchers were skeptical: deformable part models (DPMs) won on smaller datasets.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AlexNet won in 2012, partly by efficient computation: shared features, graphics processing units (GPUs).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Top-5 error on ImageNet (1,000 classes): the true class is not among the network's five most probable.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ResNet: each block outputs H_l + F(H_l), a residual connection; networks of 152 layers train well (2015).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Felzenszwalb, D. McAllester and D. Ramanan, “A discriminatively trained, multiscale, deformable part model,” CVPR, 1–8, 2008.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Krizhevsky, I. Sutskever and G. E. Hinton, “ImageNet classification with deep convolutional neural networks,” NIPS 25, 1097–1105, 2012.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K. He, X. Zhang, S. Ren and J. Sun, “Deep residual learning for image recognition,” CVPR, 770–778, 2016.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O. Russakovsky, J. Deng, H. Su, J. Krause, S. Satheesh et al., “ImageNet large scale visual recognition challenge,” IJCV, 115(3):211–252, 2015.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Features and deep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CNNs were rapidly applied to all tasks with annotated data</a:t>
            </a:r>
          </a:p>
        </p:txBody>
      </p:sp>
      <p:pic>
        <p:nvPicPr>
          <p:cNvPr id="6" name="r_dense.png" descr="r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69268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82569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Semantic segmentation: a fully convolutional network (FCN) gives every pixel a semantic class.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Edge detection, e.g. holistically-nested edge detection (HED), and 2D pose: detecting human joints.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Performance increased enormously, e.g. in semantic segmentation, edge detection and pose.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Long, E. Shelhamer and T. Darrell, “Fully convolutional networks for semantic segmentation,” CVPR, 3431–3440, 2015.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Xie and Z. Tu, “Holistically-nested edge detection,” ICCV, 1395–1403, 2015.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X. Chen and A. Yuille, “Articulated pose estimation by a graphical model with image dependent pairwise relations,” NIPS 27, 1736–1744, 2014.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Features and deep networks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New architectures tackled tasks once considered intractable</a:t>
            </a:r>
          </a:p>
        </p:txBody>
      </p:sp>
      <p:pic>
        <p:nvPicPr>
          <p:cNvPr id="6" name="f_newtasks.png" descr="f_new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32706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16954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Researchers created datasets and novel architectures for tasks that had been considered intractable.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Action recognition: one network sees a frame, one the motion (optical flow); their class scores are fused.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captioning: a network combines vision and language features to generate a text caption.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K. Simonyan and A. Zisserman, “Two-stream convolutional networks for action recognition in videos,” NIPS 27, 568–576, 2014.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Karpathy and L. Fei-Fei, “Deep visual-semantic alignments for generating image descriptions,” CVPR, 3128–3137, 2015.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Transformers,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foundation models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Attention models long-range, adaptive context. Foundation models suggest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that, for some tasks, enough data makes networks work on nearly all images.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Transformers, foundation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Transformers model long-range context adaptively</a:t>
            </a:r>
          </a:p>
        </p:txBody>
      </p:sp>
      <p:pic>
        <p:nvPicPr>
          <p:cNvPr id="6" name="f_attn.png" descr="f_at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1697389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087277"/>
            <a:ext cx="11247120" cy="2944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Transformers came from language and, as the vision transformer (ViT), have largely replaced CNNs.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 and cross-attention bind neurons dynamically, so long-range interactions exploit spatial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CNN neurons have fixed receptive fields (white grid): only local and non-adaptive context.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Attention gives some sideways interactions, as in Markov random fields (MRFs).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Transformers trained only to classify partly segment objects; they share some properties of grammars.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Vaswani, N. Shazeer, N. Parmar, J. Uszkoreit, L. Jones, A. N. Gomez, Ł. Kaiser and I. Polosukhin, “Attention is all you need,”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NIPS 30, 5998–6008, 2017.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Dosovitskiy, L. Beyer, A. Kolesnikov, D. Weissenborn, X. Zhai et al., “An image is worth 16x16 words: transformers for image recognition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at scale,” ICLR, 2021.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Mumford and A. Desolneux, Pattern Theory: The Stochastic Analysis of Real-World Signals, A K Peters, 2010 (Chapter 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Transformers, foundation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Networks degrade on another source and are fooled easily</a:t>
            </a:r>
          </a:p>
        </p:txBody>
      </p:sp>
      <p:pic>
        <p:nvPicPr>
          <p:cNvPr id="6" name="f_failures.png" descr="f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48585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875742"/>
            <a:ext cx="11247120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Trained on one source, networks degrade on another: ImageNet detectors err in automated cars.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Performance is inflated by dataset biases, as Ideal Observers beat humans by knowing the data.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Minor perturbations, often invisible to humans, fool networks: adversarial examples (Szegedy et al.).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AlexNet's label under each image: teal, a cat class; olive, another class.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BDT perspective: the datasets are not big enough to represent the complexity of natural images.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Szegedy, W. Zaremba, I. Sutskever, J. Bruna, D. Erhan, I. Goodfellow and R. Fergus, “Intriguing properties of neural networks,” ICLR, 2014.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Transformers, foundation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Unsupervised learning gives one backbone for many tasks</a:t>
            </a:r>
          </a:p>
        </p:txBody>
      </p:sp>
      <p:pic>
        <p:nvPicPr>
          <p:cNvPr id="6" name="r_backbone.png" descr="r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29421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84101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Foundation models address these failures; first, unsupervised learning on enormous unannotated data.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iBOT and DINOv2: self-supervised vision transformers; DINOv2 used 142 million curated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combine masked image modeling (MIM) with contrastive-style self-distillation.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backbone is shared by many visual tasks; only a small decision head is trained for each task.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Oquab, T. Darcet, T. Moutakanni, H. Vo, M. Szafraniec et al., “DINOv2: learning robust visual features without supervision,” TMLR, 2024.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Transformers, foundation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Data engines and simulation create enormous datasets</a:t>
            </a:r>
          </a:p>
        </p:txBody>
      </p:sp>
      <p:pic>
        <p:nvPicPr>
          <p:cNvPr id="6" name="f_data.png" descr="f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32706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16954"/>
            <a:ext cx="11247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Networks predict pseudo-labels for new images; annotators check and correct them; networks retrain.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SAM's cues: texture typically differs inside and outside an object; intensity often jumps at its boundary.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Depth Anything V2: a teacher trained on synthetic images, as in video games, labels real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some tasks, datasets may reach a critical size beyond which networks work on almost all real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BDT perspective: this suggests no need for priors and likelihoods; networks learn the posterior directly.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Kirillov, E. Mintun, N. Ravi, H. Mao, C. Rolland et al., “Segment anything,” ICCV, 4015–4026, 2023.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Yang, B. Kang, Z. Huang, Z. Zhao, X. Xu, J. Feng and H. Zhao, “Depth Anything V2,” NeurIPS 37, 2024.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Transformers, foundation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Vision language models exploit common-sense knowledge</a:t>
            </a:r>
          </a:p>
        </p:txBody>
      </p:sp>
      <p:pic>
        <p:nvPicPr>
          <p:cNvPr id="6" name="f_vlm.png" descr="f_v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32706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16954"/>
            <a:ext cx="11247120" cy="2340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Large language models (LLMs) capture common-sense knowledge about the world.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CLIP (contrastive language-image pre-training) maps image and text features into one shared space.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Transformers trained on paired images and captions give vision language models (VLMs).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VLMs do amazingly well, e.g. visual question answering (VQA), but are black boxes that hallucinate.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Devlin, M.-W. Chang, K. Lee and K. Toutanova, “BERT: pre-training of deep bidirectional transformers for language understanding,”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NAACL-HLT, 4171–4186, 2019.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Radford, J. W. Kim, C. Hallacy, A. Ramesh, G. Goh et al., “Learning transferable visual models from natural language supervision,”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ICML, 8748–8763, 2021.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Generative models,</a:t>
            </a:r>
            <a:b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conjectures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Generative models suggest that P(I | W) is practical even for complex images;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we conjecture that Bayes is needed for responsible artificial intelligence.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models, conjectures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GANs train a generator against a discriminator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73793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gan.png" descr="e_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089" y="1389888"/>
            <a:ext cx="6043518" cy="408755"/>
          </a:xfrm>
          <a:prstGeom prst="rect">
            <a:avLst/>
          </a:prstGeom>
        </p:spPr>
      </p:pic>
      <p:pic>
        <p:nvPicPr>
          <p:cNvPr id="8" name="f_gan.png" descr="f_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072963"/>
            <a:ext cx="10907095" cy="2135425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72980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Generative networks now produce images so realistic that they have won prizes in art competitions.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Generative adversarial network (GAN): generator G, an upside-down CNN, maps random z to an image.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competes with a discriminator D, trained to tell real images I from the synthetic images G(z).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expectations are over real images I and random codes z; D maximizes the objective, G minimizes it.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I. Goodfellow, J. Pouget-Abadie, M. Mirza, B. Xu, D. Warde-Farley et al., “Generative adversarial nets,” NIPS 27, 2672–2680, 2014.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models, conjectures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Diffusion models learn to reconstruct images from noise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77252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_diff.png" descr="e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43" y="1389888"/>
            <a:ext cx="6923809" cy="443345"/>
          </a:xfrm>
          <a:prstGeom prst="rect">
            <a:avLst/>
          </a:prstGeom>
        </p:spPr>
      </p:pic>
      <p:pic>
        <p:nvPicPr>
          <p:cNvPr id="8" name="f_diffusion.png" descr="f_dif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00" y="2107553"/>
            <a:ext cx="10907095" cy="2157327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429472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Diffusion models dominate; text captions prime the generation through attention, as in transformers.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I_0: the image; γ_t falls from 1 to 0 in 1000 steps; ε: Gaussian noise; the network ε_ω predicts ε.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Bayes: with game-engine graphics, they suggest P(I | W), generating even complex images, is practical.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Ho, A. Jain and P. Abbeel, “Denoising diffusion probabilistic models,” NeurIPS 33, 6840–6851,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Saharia, W. Chan, S. Saxena, L. Li, J. Whang et al., “Photorealistic text-to-image diffusion models with deep language understanding,”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NeurIPS 35, 36479–36494, 2022.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models, conjectures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We conjecture that Bayes is needed for responsible AI</a:t>
            </a:r>
          </a:p>
        </p:txBody>
      </p:sp>
      <p:pic>
        <p:nvPicPr>
          <p:cNvPr id="6" name="f_abs.png" descr="f_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28326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73150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There are concerns that computer vision relies too much on complex, hard-to-interpret black boxes.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Responsible artificial intelligence (AI): understandable failure modes, performance guarantees, control.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Bayes, though technically more challenging, gives a duality between analysis and synthesis.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uses structured representations: 3D world models of objects, agents, interactions and knowledge.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fits human cognition: children are “baby scientists”, who predict the world and test by experiment.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models, conjectures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Computer vision may increasingly shape cognitive science</a:t>
            </a:r>
          </a:p>
        </p:txBody>
      </p:sp>
      <p:pic>
        <p:nvPicPr>
          <p:cNvPr id="6" name="f_cogsci.png" descr="f_cogs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0" y="1225296"/>
            <a:ext cx="10907095" cy="200949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399378"/>
            <a:ext cx="11247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Computer vision builds models of vision on realistic stimuli, which behavioral experiments can test.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Ideal Observer studies give insight into human vision, which may in turn improve computer vision.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Models already predict functional magnetic resonance imaging (fMRI) activity of visual areas.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also predict electroencephalography (EEG), giving insight into the functions of visual areas.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Feedforward networks predict multi-electrode recordings: maybe better science and new architectures.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J. E. Kell and J. H. McDermott, “Deep neural network models of sensory systems: windows onto the role of task constraints,”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Current Opinion in Neurobiology, 55:121–132, 2019.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Generative models, conjectures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BDT: learn P(I | W) and P(W) (may need less data), or learn P(W | I) and the rule directly (big datasets).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Features: hand-designed filters, then hierarchical networks inspired by the ventral stream.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network is a class of decision rules; backpropagation and SGD minimize the empirical risk.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CNNs succeeded with large annotated datasets and GPUs, then spread to every annotated visual task.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Transformers add long-range, adaptive context; foundation models address datasets that were too small.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At a critical dataset size, the posterior may be learnt directly; VLMs add world knowledge from language.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Generative models (GANs, diffusion) suggest that P(I | W) is practical even for complex images.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Conjectures: Bayes is needed for responsible AI; computer vision will shape cognitive science.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and Cognitive Science, Part 2: Deep Networks and Bayes Decision Theory</dc:title>
  <dc:subject/>
  <dc:creator>Alan Yuille</dc:creator>
  <cp:keywords/>
  <dc:description/>
  <cp:lastModifiedBy>Jeremy Chen</cp:lastModifiedBy>
  <cp:revision>1</cp:revision>
  <dcterms:created xsi:type="dcterms:W3CDTF">2013-01-27T09:14:16Z</dcterms:created>
  <dcterms:modified xsi:type="dcterms:W3CDTF">2026-10-18T12:00:00Z</dcterms:modified>
  <cp:category/>
</cp:coreProperties>
</file>